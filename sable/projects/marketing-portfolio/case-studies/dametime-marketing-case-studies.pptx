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DAMETIME MARKETING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work, updated July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KMM Property Maintenance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Rebuild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  •   Marketing Tooling   •   Brand Identity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build, not yet a closed paid contract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site ran on a locked-down builder that didn’t allow any custom code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meant the marketing team couldn’t install tracking or analytics tools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measure what marketing spend was actually working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rebuild using simple, standard web code, nothing that requires special software to edit later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file now controls tracking and analytics for the entire site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brand colors and logo pulled directly from the client’s own business card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before/after project gallery and a customer review system, neither existed before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pages: home, services, portfolio, reviews, contact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forms (estimate, contact, reviews) fully working and ready for real submissions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seasonal decorative touch that changes with a single setting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updated and cleaned up based on real feedback after the first review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Feature Breakdown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choices behind the build, and why each one was made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Standard Web Code: Nothing Exotic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complicated tools or setup required to make changes later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specifically so a non-technical team can edit it safely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solves the one problem this project exists to fix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Setup: The Actual Fix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controls tracking for the whole site, no page-by-page setup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plain-English instructions already written in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answer to “our old site wouldn’t let us track anything”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Brand Identity, Not a Stock Look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and colors traced back to the client’s own business card, not a stock look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clearly so it stays consistent if someone else edits it later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“a site that happens to be for KMM” and “KMM’s site”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Reviews: Two New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photo gallery: 2 real completed jobs shown so far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go through a simple approval step before they’re posted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brand-new features, neither existed on the old site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Forms: Already Working, Not Just a Mockup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forms are ready to receive real submissions the moment the site is live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spam filter blocks bots automatically, invisible to real visitors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already feel finished when tested, not like a placeholder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Seasonal Touch, With a Real Design Process Behind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setting switches which season is showing, across the whole site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turns off on phones and for visitors who prefer less motion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through several real rounds of feedback, not a first draft left as-is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Improvements Based on Real Feedback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redundant service was removed everywhere it appeared, not just the one spot flagged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misplaced service (gutter cleaning) was moved to where it actually belongs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a fully updated, verified site: the same sitting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4" name="Image 0" descr="C:\Users\damnm\ai-assistants\sable\projects\marketing-portfolio\case-studies\screenshots\kmm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17236" cy="332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14913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00" dirty="0"/>
          </a:p>
        </p:txBody>
      </p:sp>
      <p:pic>
        <p:nvPicPr>
          <p:cNvPr id="6" name="Image 1" descr="C:\Users\damnm\ai-assistants\sable\projects\marketing-portfolio\case-studies\screenshots\kmm-portfol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554480"/>
            <a:ext cx="5317236" cy="3323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1636" y="5014913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before/after toggle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one specific, provable problem, not a vague “make it look nicer” request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 range beyond a template: an identity built from the client’s own branding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fast, thorough follow-through on feedback, reassuring for a client sizing up the process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yours.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Dalupang, Dametime Marketing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damiendalupang@gmail.com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2026-07-16T21:30:39Z</dcterms:created>
  <dcterms:modified xsi:type="dcterms:W3CDTF">2026-07-16T21:30:39Z</dcterms:modified>
</cp:coreProperties>
</file>